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515600" y="457200"/>
            <a:ext cx="109728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828800"/>
            <a:ext cx="5486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DOCUMENTATION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749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Vision, Architecture &amp; Roadmap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5486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4846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2743200" y="5486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0" y="4846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5029200" y="5486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4846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7315200" y="5486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Commands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Drack · CrysaGaming ·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VAM-System ist und wo wir gerade stehen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6928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VAM-System?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Selbst-gehostete Virtual Airline Management Plattform für Discord-Communities von Flight-Sim-Pilots.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Tracking · PIREPs · Routes · Discord-Bot · Live-Map · OBS-Overlay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Modern Web-Stack statt PHP. Cloud-native statt Self-Hosting-Hell. Eigener ACARS-Client statt Drittanbieter-Lock-In.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031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Aktueller Stand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675120" y="27432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FF6B35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Live-Map mit 3D-Terrain, METAR, Cluster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Discord-Bot mit 5 Commands, 3 Trackern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12 Pages, 11 API-Routes, 18 DB-Models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Multi-Network OAuth (Discord/VATSIM/IVAO)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OBS-Overlay-System Phase 1 Production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Nächste Phase: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ACARS-Client für SimConnect-Telemetrie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Tage. Was bereits steht.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Vom Repo-Init am 23.04. bis zum aktuellen Stand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3832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3093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182880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92354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112471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steckt drin?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Live-Map (Mapbox 3D)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Dashboard (5 sections)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Pilot-Profile + Top-Routes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PIREP-Workflow + Approval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Admin-Stats (4 KPIs, 3 Charts)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Multi-Network Settings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45720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Discord-Bot (5 commands)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VATSIM-Tracker (30s poll)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IVAO-Tracker (30s poll)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METAR-Tracker (10min)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HTTP-Bridge (Bot ↔ Web)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Auto-Rank-Update Logic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5720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PostgreSQL 16 (Docker)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NextAuth v5 (3 Providers)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Cloudflare Tunnel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Custom VATSIM OAuth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Custom IVAO OAuth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</a:rPr>
              <a:t>Public GitHub Repo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Best-in-class Frameworks, modern stack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43891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Next.js 16 (Turbopack)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React 19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TypeScript strict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Tailwind CSS 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Mapbox GL JS 3.x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react-map-gl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Recharts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182880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1688" y="1828800"/>
            <a:ext cx="73152" cy="43891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1031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27448" y="28346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NestJS (Bot)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discord.js v14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Next.js API Routes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NextAuth v5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Prisma 5.22 ORM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Zod (Validation)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Custom OAuth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66176" y="182880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1828800"/>
            <a:ext cx="73152" cy="43891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1031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72016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31936" y="28346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PostgreSQL 16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Docker Compose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Cloudflare Tunnel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GitHub (Git CI)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pnpm + Turborepo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VATSIM API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IVAO API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 ist Daten-Maschine, Web ist Sicht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840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1828800"/>
            <a:ext cx="3840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874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IVAO 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1828800"/>
            <a:ext cx="3840480" cy="731520"/>
          </a:xfrm>
          <a:prstGeom prst="rect">
            <a:avLst/>
          </a:prstGeom>
          <a:solidFill>
            <a:srgbClr val="F8FAFC"/>
          </a:solidFill>
          <a:ln w="19050">
            <a:solidFill>
              <a:srgbClr val="FF6B3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680960" y="1874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Client  (kommt)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260604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260604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01200" y="260604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3200400"/>
            <a:ext cx="1088136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83280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4592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 Bot — Data Plane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4592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APIs · Writes LiveSession · Posts Discord events · Auto-rank logic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80760" y="416052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657600" y="4754880"/>
            <a:ext cx="48463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89204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72000" y="4846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18 Models · LiveSession source-of-truth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080760" y="5532120"/>
            <a:ext cx="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— Read Plane · Live-Map · Dashboard · OBS-Overlay · PIREP-Pages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· Heute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Pages, alle DB-backed, alle funktional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99339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3D-Terrain · METAR · Wetter · Cluster · Routes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99339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74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1214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· Stats · Rang-Progression · Top-Pilots · Admin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99339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874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Pilot-Profile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58200" y="21214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· Top-Routes · Letzte 5 Flüge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72491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606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PIREP-System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· Pending · Approve · Auto-Rank-Upgrade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51960" y="256032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272491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606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Routes-Library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· Detail-Seite · Routing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256032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272491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2606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Admin-Stats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5820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KPIs · 3 Charts · Pending-Queue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345643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Multi-Network OAuth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5844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· VATSIM · IVAO · Verifikation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51960" y="3291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89120" y="345643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Settings-Page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35844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Account-Linking · Profile · OBS-Overlay-Token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46720" y="3291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83880" y="345643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Discord-Bot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58200" y="35844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Commands · 3 Tracker · 4 Event-Endpoints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02336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" y="41879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Live-Tracking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8680" y="4315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VATSIM/IVAO 30s Poll · LiveSession-Updates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51960" y="402336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89120" y="41879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OBS-Overlay-Token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663440" y="4315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· Rotate · Settings-UI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46720" y="402336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183880" y="418795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845820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OBS-Overlay-Page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58200" y="4315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 · Live-Bar Layout · Multi-Layout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0" y="62636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4846320" y="6217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58000" y="626364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7132320" y="6217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(this week)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Live-Tracking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Wie aus VATSIM/IVAO-Daten eine 3D-Map wird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943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278892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pollt VATSIM/IVAO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30 Sekunden via Public-API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4290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801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Filterung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8016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auf bekannte vatsimCid / ivaoVid in DB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406908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LiveSession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8016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Aircraft, Flight-Plan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7240" y="47091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LiveSessionPosition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8016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Trail-Daten für History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7240" y="53492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80160" y="5303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liest LiveSession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8016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alle 10s in Live-Map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675120" y="1828800"/>
            <a:ext cx="5029200" cy="4389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103120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58952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Live-Map Features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6949440" y="28346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Mapbox 3D Terrain weltweit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VATSIM + IVAO Pilots simultan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METAR Wetter-Overlay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RainViewer Niederschlag-Radar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Cockpit-Wetter-Effekte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Route-Lines (DEP → ARR)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ETA + Distance-Berechnung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Auto-Center auf User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Cluster-Toggle bei Low-Zoom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</a:rPr>
              <a:t>9-Filter Toolbar (FBO, FUEL, ...)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Discord-Bot · Daten-Maschine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Slash-Commands · 3 Background-Tracker · HTTP-Bridge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Network-Status &amp; aktuelle Pilots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210312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/pilot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Pilot-Profile + Stats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/leaderboard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Top-Pilots Ranking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10312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/fleet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Aircraft-Fleet &amp; Status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0" y="210312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/routes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92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Routes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TRACKERS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11880"/>
            <a:ext cx="3657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VATSIM-Tracker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Poll-Interval: 30s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Pollt VATSIM-Datafeed, schreibt LiveSession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61688" y="36118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61688" y="3611880"/>
            <a:ext cx="3657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4544568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IVAO-Tracker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44568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Poll-Interval: 30s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44568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Pollt IVAO-Whazzup, schreibt LiveSession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66176" y="36118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66176" y="3611880"/>
            <a:ext cx="3657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8449056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METAR-Tracker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49056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Poll-Interval: 10min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49056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 aktuelle METAR-Daten für Map-Overlay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49240"/>
            <a:ext cx="457200" cy="4572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37160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HTTP-Bridge · Bot ↔ Web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371600" y="5577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Event-Endpoints (Pirep-Filed, Rank-Up, ...) · 2 Read-Endpoints · Bot postet Discord-Embeds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OBS-Overlay-System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Streamer-Differentiator · Phase 1 in Production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Token-Infrastruktur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DB-Schema · Server-Actions · Settings-UI · Rotate-Logic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API-Endpoint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/api/overlay/[token]/data · CORS · Cache-Control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297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Overlay-Page (Live-Bar)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572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· Polling 5s · Phase-aware Styling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212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Multi-Layout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5486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5715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Layouts · Setup-Guide · Layout-Picker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0F1929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Live-Bar Mockup (oben am Stream)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2468880"/>
            <a:ext cx="5120640" cy="3291840"/>
          </a:xfrm>
          <a:prstGeom prst="rect">
            <a:avLst/>
          </a:prstGeom>
          <a:solidFill>
            <a:srgbClr val="1A1A1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2606040"/>
            <a:ext cx="4937760" cy="4114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697480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858000" y="2606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DLH123  ·  EDDF → LOWW  ·  FL370 · 450kt · 1h24m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9224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[Twitch-Stream: Flugsimulator]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058400" y="4754880"/>
            <a:ext cx="1280160" cy="914400"/>
          </a:xfrm>
          <a:prstGeom prst="rect">
            <a:avLst/>
          </a:prstGeom>
          <a:solidFill>
            <a:srgbClr val="333333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58400" y="4754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400800" y="5852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Token-basiert · Public URL · Polling 5s · Transparent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 VAM in 3-6 Monaten steht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411480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6888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Overlay System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Streamer-First. Pilots streamen ihren Flug live, das Overlay zeigt automatisch Callsign, Route, Live-Daten. Kein Drittanbieter-Tool nötig.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2011680"/>
            <a:ext cx="3657600" cy="411480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46888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ACARS-Client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36008" y="4206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SimConnect-Reader für MSFS/P3D/X-Plane. Telemetrie alle 1-2 Sekunden. Auto-PIREP bei Block-On. Wie Pegasus, aber unsere App.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66176" y="2011680"/>
            <a:ext cx="3657600" cy="411480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76" y="2468880"/>
            <a:ext cx="914400" cy="914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0496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PIREP-Analyse-Page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540496" y="4206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Vertical-Profile · 3D-Globe-Replay · Approach-Charts · Score-System · Phase-Breakdown. Pegasus-Niveau, Web-Stack 2026.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3.700 Zeilen Roadmap committed im Repo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ACARS-Architektur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Saubere Trennung: Network · DataSource · ACARS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Pilot offiziell connected 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VATSIM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IVAO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(Single-Player)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User-Wahl. Beeinflusst Anzeige im Overlay &amp; Live-Map.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828800"/>
            <a:ext cx="36576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1828800"/>
            <a:ext cx="36576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36008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die Telemetrie kommt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2788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VATSIM_DATAFEED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IVAO_WHAZZUP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ACARS_CLIENT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6008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System-intern. Beeinflusst Quality-Tier (1s vs 30s).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66176" y="1828800"/>
            <a:ext cx="36576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66176" y="1828800"/>
            <a:ext cx="3657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540496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40496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Desktop-App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40496" y="2788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 + TypeScript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node-simconnect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1-2s Heartbeat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0496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Sim direkt. Schickt Heartbeats. Pegasus-äquivalent.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0F1929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Streamer fliegt auf VATSIM mit ACARS-Client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VATSIM    ·    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ACARS_CLIENT    ·    Heartbeat alle 2s    ·    Bot bestätigt VATSIM-Presence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SimConnect Datenkatalog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wir aus dem Sim lesen können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Lat/Lon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Altitude MSL/AGL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Heading T/M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Pitch/Bank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828800"/>
            <a:ext cx="54864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3317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IAS / TAS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Ground Speed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Mach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Vertical Speed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828800"/>
            <a:ext cx="54864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N1/N2 per Engine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Fuel Flow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EGT/Oil-Temp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Throttle/Reverse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98280" y="182880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1828800"/>
            <a:ext cx="54864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81160" y="23317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Flaps/Gear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Spoilers/Brakes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Lights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Autopilot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57600"/>
            <a:ext cx="54864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49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G-Force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Acceleration X/Y/Z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Stall/Overspeed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Bank-Limit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65760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657600"/>
            <a:ext cx="54864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749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0440" y="41605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Wind Speed/Dir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OAT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QNH/Pressure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Visibility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65760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657600"/>
            <a:ext cx="54864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749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1605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Glide-Slope-Error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Localizer-Error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Radio-Height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On-Runway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98280" y="3657600"/>
            <a:ext cx="2788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98280" y="3657600"/>
            <a:ext cx="54864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9281160" y="3749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ID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81160" y="41605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Title (Livery)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Type/Model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Registration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Callsign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Heartbeat-Payload: ~3-5 KB · adaptive Frequenz 1-10s je Phase · 10 Flight-Phases detected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PIREP-Analyse-Page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Pilots nach jedem Flug sehen werden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Flight-Summary, Overall-Score 88/100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KPI-Row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194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· Block · Flight · Cruise · Fuel · Touchdown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Trail-Map (2D)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2194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· Phase-Marker · Wind-Layer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Trail-Globe (3D) 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CesiumJS · Aircraft-Replay · Camera-Modi · Time-Slider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51960" y="260604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92040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Profile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Altitude/Speed über Time · Phase-Markers (TOC, TOD, FAF)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260604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381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86800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Performance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N1/N2/Fuel-Flow · Per-Engine · Multi-Line Chart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97280" y="3474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Breakdown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3749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· Click-für-Details · Phase-Stats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51960" y="338328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343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892040" y="3474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Analysis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Glide-Slope-Chart · Localizer-Deviation · Stable-Score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46720" y="338328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1381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🛬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686800" y="3474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Analysis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0" y="3749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Touchdown -245fpm · 1.08g · Smooth ✨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097280" y="4251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Card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97280" y="4526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+ 5 Sub-Scores: Approach · Landing · Smoothness · Fuel · Realism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51960" y="416052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3434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892040" y="4251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92040" y="4526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Eigener · vs Airline · Top-Pilot · Percentile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46720" y="4160520"/>
            <a:ext cx="3703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1381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🕒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8686800" y="4251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Timeline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686800" y="4526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Engine-Start · Pushback · TOC · Touchdown · ...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für die Visualisierung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Best-in-class Stack 2026 · Industry-Standards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99339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2D-Trail-Map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im Stack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99339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CesiumJS + resium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3D-Globe-Replay 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für Flight-Viz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5877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Profile, Engine Charts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im Stack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242316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2587752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Visx (Airbnb)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Approach-Charts (custom)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+ React, low-level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182112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ECharts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Long-Flight-Performance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063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für &gt;10k Datenpunkte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182112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6968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Section-Animations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0" y="3063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Mount-Animations, Smooth-UX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" y="3776472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+ R3F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0040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3D (later)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Cockpit-View, Aircraft-Mesh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361188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3776472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@react-pdf/renderer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6968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PDF-Export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69848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PDF-Generation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0F1929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Bundle-Size-Strategie: Lazy-Loading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31520" y="5532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Initial-Page bleibt schlank · Cesium (~2-3 MB) lädt erst bei Klick auf '3D' im Pirep-Detail · Mobile: nur Basis-Charts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Realistische Zeitschätzung · ~2-4 Monate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210312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74520"/>
            <a:ext cx="274320" cy="27432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OBS-Overlay 2-4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039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~2-3h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· Live-Bar Page · Multi-Layout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80160" y="2706624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2478024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323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2386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Schema-Vorbereitung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26426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Tag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4323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DataSource-Enum · ACARS-Felder · Migrations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80160" y="3310128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3081528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358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2990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ACARS-Backend-API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3246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 Tage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0358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· Pairing · Auth-Flow · Bot-Anpassung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280160" y="3913632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3685032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393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3593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Electron-Client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3849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~5-7 Tage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6393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SimConnect · Phase-Detection · UI · Auto-Update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80160" y="4517136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4288536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428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45920" y="4197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Auto-PIREP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45920" y="44531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~2-3 Tage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42428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Block-On-Detection · PIREP-Generation · Anti-Cheat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280160" y="512064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3000" y="4892040"/>
            <a:ext cx="274320" cy="274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46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6-8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4592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Pirep-Detail-Page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645920" y="5056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~8-11 Tage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4846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3D-Globe · Polish (3 Phasen)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143000" y="5495544"/>
            <a:ext cx="274320" cy="274320"/>
          </a:xfrm>
          <a:prstGeom prst="ellipse">
            <a:avLst/>
          </a:prstGeom>
          <a:solidFill>
            <a:srgbClr val="94A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4498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45920" y="5404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Erweiterungen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645920" y="56601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~5-7 Tage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544982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Wettervergleich · ATC-Integration · Heatmap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 &amp; Mitigations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schief gehen kann · und was wir dagegen tun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0916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8076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5236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node-simconnect bricht bei MSFS-Update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2360" y="2286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 kontaktieren · eigene Forks pflegen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88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wollen kein extra Tool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788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788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27889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VATSIM-Tracking bleibt aktiv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91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bei vielen Heartbeats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91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3291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3291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 · Connection-Pooling · TimescaleDB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94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Token-Leaks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52360" y="3794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für Quick-Revoke · Auto-Detection bei Anomalien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False-Positives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2360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Admin-Review-Queue · Nicht Auto-Reject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800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Cesium-Bundle zu groß für Mobile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4800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4800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52360" y="4800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 · Mobile bekommt nur 2D-Trail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303520"/>
            <a:ext cx="11247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5303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Code-Signing-Cert für Win-App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5303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5303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52360" y="5303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mit Doku · Cert kaufen ($200/Jahr)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5806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Solo-Burnout bei Multi-Monats-Projekt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09160" y="5806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80760" y="5806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52360" y="5806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Pausen · Beta-Tester · Florian einbinden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Wann ist VAM-System erfolgreich?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mit ACARS gepairt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3 Monaten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PIREPs via ACARS submitted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mehr manuell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&gt;70/100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4652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Durchschnittlicher Pirep-Score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Engagement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235440" y="21031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37260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Bot-Tracker-Discrepancy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7260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matcht VATSIM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&amp; QUALITATIVE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12471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3434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10+ Streamer nutzen OBS-Overlay regelmäßig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&lt;1% Anti-Cheat-False-Positive-Rate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&lt;5% Pirep-Manual-Review-Rate (meist auto-approved)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Pirep-Detail-Page wird wirklich angeschaut (nicht nur Submit)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Discord-Feedback positiv ("endlich was Eigenes")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Andere VAs fragen nach VAM-System (Marketing-Win)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Pirep-Pages werden auf Twitter/Discord geteilt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 Documentation · April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·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direkt als nächstes ansteht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57600" cy="365760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Woche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OBS-Overlay Phase 2-4 abschließen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API-Endpoint, Live-Bar-Page, Multi-Layout-Polish. Damit ist OBS-Overlay end-to-end nutzbar und Streamer können live testen.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1688" y="2468880"/>
            <a:ext cx="3657600" cy="365760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636008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Woche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36008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Beta-Test mit Discord-Pilots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36008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Pilots aus Discord einladen. Echtes Feedback zu Live-Map, Discord-Bot, OBS-Overlay. Bug-Fixing-Phase davor.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66176" y="2468880"/>
            <a:ext cx="3657600" cy="3657600"/>
          </a:xfrm>
          <a:prstGeom prst="rect">
            <a:avLst/>
          </a:prstGeom>
          <a:solidFill>
            <a:srgbClr val="1E2761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540496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1-2 Wochen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40496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ACARS-Schema-Vorbereitung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0496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DataSource-Enum, Pairing-Code-Tabelle, User-acarsToken. Migrations vorbereiten, dann ACARS-Backend-API entwickeln.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github.com/CrysaGaming/vam-system  ·  vam.kevindrack.de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VAM-System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VAM-System — Technical Documentation</dc:title>
  <dc:subject>Internal vision document and roadmap for the VAM virtual airline platform</dc:subject>
  <dc:creator>Kevin Drack</dc:creator>
  <cp:lastModifiedBy>Kevin Drack</cp:lastModifiedBy>
  <cp:revision>1</cp:revision>
  <dcterms:created xsi:type="dcterms:W3CDTF">2026-04-26T17:40:19Z</dcterms:created>
  <dcterms:modified xsi:type="dcterms:W3CDTF">2026-04-26T17:40:19Z</dcterms:modified>
</cp:coreProperties>
</file>