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2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3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Arial"/>
              </a:rPr>
              <a:t>Plan-Wochen vs. Real-Wochen pro Phase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Plan-Schätzung (Wochen)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Phase 0</c:v>
                  </c:pt>
                  <c:pt idx="1">
                    <c:v>Phase 1</c:v>
                  </c:pt>
                  <c:pt idx="2">
                    <c:v>Phase 2</c:v>
                  </c:pt>
                  <c:pt idx="3">
                    <c:v>Phase 3</c:v>
                  </c:pt>
                  <c:pt idx="4">
                    <c:v>Phase 4</c:v>
                  </c:pt>
                  <c:pt idx="5">
                    <c:v>Phase 5</c:v>
                  </c:pt>
                  <c:pt idx="6">
                    <c:v>Phase 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7</c:v>
                </c:pt>
                <c:pt idx="2">
                  <c:v>14</c:v>
                </c:pt>
                <c:pt idx="3">
                  <c:v>7</c:v>
                </c:pt>
                <c:pt idx="4">
                  <c:v>7</c:v>
                </c:pt>
                <c:pt idx="5">
                  <c:v>14</c:v>
                </c:pt>
                <c:pt idx="6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Real-Lieferung (Wochen-Äquivalent)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Phase 0</c:v>
                  </c:pt>
                  <c:pt idx="1">
                    <c:v>Phase 1</c:v>
                  </c:pt>
                  <c:pt idx="2">
                    <c:v>Phase 2</c:v>
                  </c:pt>
                  <c:pt idx="3">
                    <c:v>Phase 3</c:v>
                  </c:pt>
                  <c:pt idx="4">
                    <c:v>Phase 4</c:v>
                  </c:pt>
                  <c:pt idx="5">
                    <c:v>Phase 5</c:v>
                  </c:pt>
                  <c:pt idx="6">
                    <c:v>Phase 8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0.05</c:v>
                </c:pt>
                <c:pt idx="1">
                  <c:v>0.1</c:v>
                </c:pt>
                <c:pt idx="2">
                  <c:v>0.15</c:v>
                </c:pt>
                <c:pt idx="3">
                  <c:v>0.2</c:v>
                </c:pt>
                <c:pt idx="4">
                  <c:v>0.5</c:v>
                </c:pt>
                <c:pt idx="5">
                  <c:v>0.4</c:v>
                </c:pt>
                <c:pt idx="6">
                  <c:v>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4748B"/>
                    </a:solidFill>
                    <a:latin typeface="Arial"/>
                  </a:rPr>
                  <a:t>Wochen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Tier-Verteilung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TIER A — In Roadmap</c:v>
                </c:pt>
                <c:pt idx="1">
                  <c:v>TIER B — Validate-First</c:v>
                </c:pt>
                <c:pt idx="2">
                  <c:v>TIER C — Long-Term</c:v>
                </c:pt>
                <c:pt idx="3">
                  <c:v>TIER D — Gestrichen</c:v>
                </c:pt>
                <c:pt idx="4">
                  <c:v>Sonstige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</c:v>
                </c:pt>
                <c:pt idx="1">
                  <c:v>50</c:v>
                </c:pt>
                <c:pt idx="2">
                  <c:v>70</c:v>
                </c:pt>
                <c:pt idx="3">
                  <c:v>20</c:v>
                </c:pt>
                <c:pt idx="4">
                  <c:v>115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Arial"/>
              </a:rPr>
              <a:t>TIER A Items — verteilt auf 5 Tracks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TIER A Items pro Track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Track 1
Pilot-Experience</c:v>
                  </c:pt>
                  <c:pt idx="1">
                    <c:v>Track 2
Content-Creator</c:v>
                  </c:pt>
                  <c:pt idx="2">
                    <c:v>Track 3
Platform</c:v>
                  </c:pt>
                  <c:pt idx="3">
                    <c:v>Track 4
Sim-Integration</c:v>
                  </c:pt>
                  <c:pt idx="4">
                    <c:v>Track 5
Business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12</c:v>
                </c:pt>
                <c:pt idx="2">
                  <c:v>10</c:v>
                </c:pt>
                <c:pt idx="3">
                  <c:v>8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 · TAG 5 · 28.04.2026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Master-Roadmap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Konsolidierung von Tag-1-Plan, GitHub-Architektur-Docs und Vision-Docs zu einem strategischen Multi-Jahres-Korridor.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Real-Entwicklung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10-14 Wochen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2900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Original-Plan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Tracks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Strategische Bahnen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0684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Ideen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00684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in TIER A/B/C/D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Drack · CrysaGaming · IVAO 770283 · github.com/CrysaGaming/vam-system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VAM-System?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drei Sätzen.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1920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Selbst-gehostete VA-Plattform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Airline Management mit echtem Live-Tracking aus VATSIM und IVAO parallel — kein Mock, kein Stub.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463040"/>
            <a:ext cx="365760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463040"/>
            <a:ext cx="73152" cy="1920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2628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Multi-Network-Native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560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TypeScript-Monorepo: Next.js 16 + NestJS + Discord-Bot + Postgres. Live unter vam.kevindrack.de via Cloudflare Tunnel.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657600" cy="1920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463040"/>
            <a:ext cx="73152" cy="1920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32104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Content-Creator-First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2560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Pilot-Experience wird als Stream- und Video-Erlebnis gedacht: OBS-Overlays, Twitch-Integration, geplante MSFS-Mod.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11247120" cy="155448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14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„VAM ist eine Discord-First, Multi-Tenant-fähige, Content-Creator-orientierte VA-Plattform — gebaut für Communities, die mehrere Networks parallel fliegen wollen."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Strategische These der Master-Roadmap, Section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unter:  vam.kevindrack.de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Live-Stand am 28.04.2026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heute funktioniert — production deployed.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8892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7889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v5 Discord-OAuth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VATSIM-Account-Linking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IVAO-Account-Linking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Rangsystem (10 Stufen)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78892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371600"/>
            <a:ext cx="27889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FLIGHT-LIFECYCLE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19202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PIREP-Workflow End-to-End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Multi-Network-Polling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 VATSIM/IVAO ↔ User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Prisma-Models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78892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27889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LIVE-MAP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GL JS 3.x mit 3D-Globe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Live-Tracking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RainViewer Wetter-Layer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METAR-Tracker weltweit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78892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371600"/>
            <a:ext cx="27889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1554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DISCORD-BOT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81160" y="192024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discord.js v14, 1500 Server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/flight, /pilot Commands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HTTP-Bridge zu Web (Express)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↔ Web Real-Time-Sync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278892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840480"/>
            <a:ext cx="27889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WEATHER-SYSTEM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38912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Cockpit-Weather Auto-Coupled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Rain/Snow/Cloud Effects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VATSIM Wetter-Provider primary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Multi-Provider-Fallback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3840480"/>
            <a:ext cx="278892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3840480"/>
            <a:ext cx="27889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OBS-OVERLAY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20440" y="438912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1-3 deployed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Phase 1 fertig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Live-Telemetry für Streamer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OAuth-Token-Auth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3840480"/>
            <a:ext cx="278892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3840480"/>
            <a:ext cx="27889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438912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 + Domain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Prisma 5.22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+ Turborepo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Turbopack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98280" y="3840480"/>
            <a:ext cx="278892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98280" y="3840480"/>
            <a:ext cx="278892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81160" y="4023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281160" y="4389120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Commits, public Repo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Architektur-Docs (.md)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Vision-Docs (.md)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Master-Roadmap (this)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Tech-Stack-Architektur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TypeScript-Monorepo · Next.js 16 + NestJS + Discord-Bot + Postgres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0972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NETWORK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459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 (vam.kevindrack.de)  ·  DNS · TLS · DDoS-Mitigation  ·  Public Custom Domain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12471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560320"/>
            <a:ext cx="109728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(Next.js 16, Turbopack, React 19)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6517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RSC + Server-Actions (95% statt API)  ·  Tremor Raw (heute)  ·  Mapbox GL JS 3.x · Tailwind v4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112471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566160"/>
            <a:ext cx="109728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657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(Discord-Bot, NestJS-skeleton)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6576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discord.js v14 · Express-Bridge :3001  ·  Polling-Services (VATSIM/IVAO/METAR)  ·  NextAuth v5 · OAuth-Provider-Pool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112471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572000"/>
            <a:ext cx="109728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63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6634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Prisma 5.22 (18 Models)  ·  Encrypted-Settings-Cascade (Year 2)  ·  Audit-Log · PIREP-Storage · METAR-Cache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577840"/>
            <a:ext cx="1124712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577840"/>
            <a:ext cx="109728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669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56692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VATSIM-DataFeed · IVAO-Whazzup  ·  RainViewer · METAR-Tracker  ·  SimBrief (planned) · Twitch (planned)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Architektonische Konsequenz: Bot owns the Data-Plane. Web ist Read-Heavy. RSC ersetzt 95 % der klassischen REST-API.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5 — die Realität in Zahlen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Tage. 62 Commits. 95 % Plan-Komplettierung.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18288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Git-Commits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23.04. – 28.04.2026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1371600"/>
            <a:ext cx="36576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371600"/>
            <a:ext cx="91440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554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48056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 Real-Entwicklung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10-14 Wochen Plan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371600"/>
            <a:ext cx="36576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371600"/>
            <a:ext cx="914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554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8275320" y="2514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Prisma-Models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5-7 ursprünglich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36576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83280"/>
            <a:ext cx="9144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8580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MD-Architektur-Docs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892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Vision-Docs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3383280"/>
            <a:ext cx="36576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51960" y="3383280"/>
            <a:ext cx="91440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~14.300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448056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Zeilen Doku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80560" y="4892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heutiger Synthese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383280"/>
            <a:ext cx="36576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3383280"/>
            <a:ext cx="91440" cy="18288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35661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</a:t>
            </a:r>
            <a:endParaRPr lang="en-US" sz="5600" dirty="0"/>
          </a:p>
        </p:txBody>
      </p:sp>
      <p:sp>
        <p:nvSpPr>
          <p:cNvPr id="32" name="Text 30"/>
          <p:cNvSpPr/>
          <p:nvPr/>
        </p:nvSpPr>
        <p:spPr>
          <a:xfrm>
            <a:off x="827532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0-5 fertig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75320" y="4892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Phase 8 vorgezogen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Vergleich: Standard-Engineering-Schätzung lag bei 1.300-1.800 Mannstunden für den gleichen Scope.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vs. Realität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Zahl, die alles ändert.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harte Erkenntnisse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80960" y="1920240"/>
            <a:ext cx="40233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321040" y="2011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0.05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21040" y="23774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braucht ca. 5 % der Standard-Engineering-Zeit. Das ist konsistent über 11 Datenpunkte.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80960" y="3337560"/>
            <a:ext cx="40233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321040" y="34290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Tag-1-Plan war konservativ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321040" y="379476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10-14 Wochen MVP wurde in 5 Tagen geliefert. Plan war kein Worst-Case — er war Standard-Maßstab.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80960" y="4754880"/>
            <a:ext cx="402336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321040" y="48463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Pioneer-Topics anders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21040" y="52120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MSFS-Mod, Plugin-System, Custom Lvar-Bridges: hier reicht 0.05 NICHT. Komplexitäts-Anerkennung notwendig.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Zeit-Kalibrierung — 11 Datenpunkte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Standard-Engineering-Schätzungen vorhersagten vs. was Kevin wirklich brauchte.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743200"/>
                <a:gridCol w="256032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Standard-Schätzung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Realität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komplett (Phase 0-2)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Wochen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 Stunden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Discord-Bot mit Commands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~3-4 Stunden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VATSIM-OAuth-Flow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~2-3 Stunden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IVAO-OAuth (parallel)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Stunden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Live-Map mit 3D-Globe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Wochen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~6-8 Stunden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METAR-Tracker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~2-3 Stunden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Cockpit-Weather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~3-4 Stunden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OBS-Overlay Phase 1-3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Wochen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~4-6 Stunden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Vision-Doc Admin (Tag 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 Stunden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Vision-Doc Twitch (Tag 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~2-3 Stunden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Vision-Doc Layout (Tag 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~2-3 Stunden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Mittelwert über alle 11 Datenpunkte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F46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Master-Roadmap Section 4.7.2 · Direkte Beobachtung über 5 Tage Co-Working mit Claude.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0.05 — warum Kevin so schnell ist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 Verstärker, die zusammen den Multiplier erklären.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AI-Multiplier-Stack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0" y="14630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 Code (autonomous agent in VS Code) + LM Studio mit Qwen3-Coder-30B-A3B + Claude für Strategie &amp; Review. Drei Modelle in einer Pipeline.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50008"/>
            <a:ext cx="91440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8716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54480" y="2441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Loops in Minuten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0" y="244144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Code → Test → Korrektur → Commit. Kein Solo-Dev-der-alles-tippt-Workflow. Iterations-Zyklus &lt; 10 Minuten.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28416"/>
            <a:ext cx="91440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6557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54480" y="34198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Domain-Expertise tief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03520" y="3419856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ist Pilot (IVAO 770283). Aviation-Decisions schneller als generischer Dev. Weniger 'was war noch mal Crossing Restriction'-Loops.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306824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06824"/>
            <a:ext cx="91440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44398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554480" y="43982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Tooling-Stack 2026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3520" y="4398264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Turbopack + RSC + Server-Actions ersetzt 95 % der klassischen REST-API-Schreibarbeit. Prisma generiert Types. shadcn-Style-Patterns.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285232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285232"/>
            <a:ext cx="91440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42239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554480" y="5376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Mental-Health-Dynamik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03520" y="537667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ist Therapie. 6-12h productive Sessions möglich, wenn er drin ist. Standard-Dev: 4-6h productive pro Tag. (Risiko: siehe Solo-Burnout.)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Faktor 0.05 NICHT reicht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Komplexitäts-Anerkennung für Pioneer-Topics.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0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STANDARD-PATTERNS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0.05 reicht aus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shadcn-Component-Migration · 0.05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mit Validation (RHF + Zod) · 0.05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REST-Endpoint mit Logic · 0.05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Schema-Migration · 0.1 (Edge-Cases)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UI-Page mit Server-Actions · 0.05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OAuth-Provider-Integration · 0.15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Multi-Provider-Architecture · 0.2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Real-Time-Bridge (Bot ↔ Web) · 0.15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8640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71600"/>
            <a:ext cx="54864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PIONEER-TOPICS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0.05 reicht NICHT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24028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MSFS-Mod (Twitch-to-Sim) · 3-5 MONATE real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Plugin-System v1 · 6-12 Monate real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3D-Globe-Visualisation · 4-8 Wochen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Aircraft-Profile-Library · 3-4 Wochen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Lvar-Bridges (PMDG) · 2-4 Wochen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Provider-Integration · 1-2 Wochen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Sandbox-Permission-Architektur · offen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Reverse-Engineering ohne Doku · offen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Konsequenz für die Roadmap: Pioneer-Topics laufen in MONATEN, nicht Wochen. Master-Doc trennt explizit zwischen 0.05-Items und Komplexitäts-Items.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Architektur-Prinzipien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strategische Fundament — alles andere folgt daraus.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807208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807208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Multi-Tenancy-First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441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Server-Layer isoliert, Airline-Layer konfigurierbar.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28416" y="1417320"/>
            <a:ext cx="2807208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28416" y="1417320"/>
            <a:ext cx="2807208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164592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11296" y="219456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owns Data-Plane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11296" y="2834640"/>
            <a:ext cx="2441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Discord-Bot ist Single-Source-of-Truth für Networks.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417320"/>
            <a:ext cx="2807208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417320"/>
            <a:ext cx="2807208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64592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82512" y="219456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RSC + Server-Actions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2834640"/>
            <a:ext cx="2441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95 % der API durch Next.js-RSC ersetzt. NestJS reserve.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0848" y="1417320"/>
            <a:ext cx="2807208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70848" y="1417320"/>
            <a:ext cx="2807208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53728" y="164592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53728" y="2194560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Multi-Network-Native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53728" y="2834640"/>
            <a:ext cx="2441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VATSIM und IVAO parallel, nicht oder. Provider-Abstraktion.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04488"/>
            <a:ext cx="2807208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904488"/>
            <a:ext cx="2807208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13308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0080" y="468172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Content-Creator-First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321808"/>
            <a:ext cx="2441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Pilot-Experience ist Stream-Erlebnis. OBS, Twitch, YouTube.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28416" y="3904488"/>
            <a:ext cx="2807208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28416" y="3904488"/>
            <a:ext cx="2807208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11296" y="413308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511296" y="468172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Settings-Cascade + Encrypted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11296" y="5321808"/>
            <a:ext cx="2441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Airline → Crew → Pilot. Sensible Felder verschlüsselt.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9632" y="3904488"/>
            <a:ext cx="2807208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3904488"/>
            <a:ext cx="2807208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413308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382512" y="468172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Aviation-First-UX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82512" y="5321808"/>
            <a:ext cx="2441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ATIS-Style, METAR-Optik, Cockpit-Sprache. Keine SaaS-Generik.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70848" y="3904488"/>
            <a:ext cx="2807208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70848" y="3904488"/>
            <a:ext cx="2807208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53728" y="4133088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9253728" y="468172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Ehrliche Aufwand-Bänder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53728" y="5321808"/>
            <a:ext cx="2441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 statt Tage für komplexe Sachen. Keine Druck-Pläne.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Tech-Stack 2026 — Strategic Bets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wir bewusst gewählt haben statt mitzulaufen.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721608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721608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— Solid for 2026+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Turbopack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500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RSC-First, Server-Actions stable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kommt, Patterns settled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63824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41071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Strikt, kein 'any', RSC-aware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69417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+ Turborepo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941064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Monorepo-Velocity bestätigt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22452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5.22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47141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Models, generierte Types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00176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JSONB für Settings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28523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discord.js v14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große Community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5815584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GL JS 3.x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06247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3D-Globe ist Killer-Feature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70248" y="1371600"/>
            <a:ext cx="3721608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70248" y="1371600"/>
            <a:ext cx="3721608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53128" y="146304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— Geplant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53128" y="210312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Tremor Raw → shadcn/ui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53128" y="23500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3, mehr Kontrolle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53128" y="263347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Server-Actions → +TanStack Q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53128" y="288036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+ Optimistic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53128" y="3163824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→ +Zustand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53128" y="341071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RSC-aware, klein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53128" y="369417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→ RHF + Zod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53128" y="3941064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Defaults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53128" y="422452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→ wachsen oder ersetzen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53128" y="447141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1-2 Decision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453128" y="475488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Settings-System → Encrypted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53128" y="500176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1, mit Per-Airline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083296" y="1371600"/>
            <a:ext cx="3721608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83296" y="1371600"/>
            <a:ext cx="3721608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66176" y="146304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— Risiko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66176" y="210312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 Sustainability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66176" y="235000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Layoffs ⚠️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66176" y="263347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UnoCSS als Fallback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66176" y="288036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faster, kompatibel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66176" y="3163824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 CSS für Long-Term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66176" y="3410712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TS-First, RSC-fit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266176" y="369417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MSFS-SDK-Updates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266176" y="3941064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Pioneer-Risiko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66176" y="422452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VATSIM/IVAO-API-Restriktionen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66176" y="447141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Rate-Limits beachten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266176" y="4754880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Mapbox-Pricing Skalierung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66176" y="5001768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 bei Wachstum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CSS-Framework-Entscheidung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 behalten — UnoCSS als dokumentierter Migration-Pfad.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Marktlage Q2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 weiterhin Marktführer (~12M weekly DLs), aber Q1 2026: 80 % Revenue-Drop und Tailwind-Labs-Layoffs gemeldet. Sustainability-Fragen für 2027+.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278892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06040"/>
            <a:ext cx="278892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697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DLs: ~12M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Behalten — bewährt + V4-Engine schnell. Risiko: Sustainability ungewiss.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937760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029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bleibt. Migration nur wenn Funding kollabiert.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128" y="2606040"/>
            <a:ext cx="278892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2606040"/>
            <a:ext cx="278892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2697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93008" y="3154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UnoCSS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93008" y="3611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DLs: ~2M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93008" y="39776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schneller, Tailwind-kompatibel via preset. Beste Notlösung.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93008" y="4937760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5029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Migration-Pfad in Year 1 dokumentiert. Aktivieren wenn nötig.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63056" y="2606040"/>
            <a:ext cx="278892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63056" y="2606040"/>
            <a:ext cx="2788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2697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45936" y="3154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 CSS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45936" y="3611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DLs: ~200K (+150 %)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45936" y="39776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TypeScript-First, RSC-compatible. Architektur passt zu VAM.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45936" y="4937760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5029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Beobachten. Year 2-3 Re-Evaluation.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15984" y="2606040"/>
            <a:ext cx="278892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2606040"/>
            <a:ext cx="278892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53144" y="2697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KOMPLEMENTÄR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98864" y="3154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Props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98864" y="36118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DLs: 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98864" y="39776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8KB Design-Tokens. Framework-agnostic. Kombinierbar.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98864" y="4937760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98864" y="5029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für VAM-Brand-Tokens nutzen.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III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Strategic Tracks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statt Phasen.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Phasen-Modell wurde durch Track-Modell ersetzt. Tracks haben eigene Tempi, laufen teils parallel, haben unabhängige Reifegrade.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572000"/>
            <a:ext cx="2194560" cy="1371600"/>
          </a:xfrm>
          <a:prstGeom prst="rect">
            <a:avLst/>
          </a:prstGeom>
          <a:solidFill>
            <a:srgbClr val="312E81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4572000"/>
            <a:ext cx="21945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Pilot-Experience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4572000"/>
            <a:ext cx="2194560" cy="1371600"/>
          </a:xfrm>
          <a:prstGeom prst="rect">
            <a:avLst/>
          </a:prstGeom>
          <a:solidFill>
            <a:srgbClr val="312E81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4572000"/>
            <a:ext cx="21945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Content-Creator-First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12080" y="4572000"/>
            <a:ext cx="2194560" cy="1371600"/>
          </a:xfrm>
          <a:prstGeom prst="rect">
            <a:avLst/>
          </a:prstGeom>
          <a:solidFill>
            <a:srgbClr val="312E81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4572000"/>
            <a:ext cx="219456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9240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Platform-Foundation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8080" y="4572000"/>
            <a:ext cx="2194560" cy="1371600"/>
          </a:xfrm>
          <a:prstGeom prst="rect">
            <a:avLst/>
          </a:prstGeom>
          <a:solidFill>
            <a:srgbClr val="312E81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4572000"/>
            <a:ext cx="21945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35240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Sim-Integration-Depth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784080" y="4572000"/>
            <a:ext cx="2194560" cy="1371600"/>
          </a:xfrm>
          <a:prstGeom prst="rect">
            <a:avLst/>
          </a:prstGeom>
          <a:solidFill>
            <a:srgbClr val="312E81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84080" y="4572000"/>
            <a:ext cx="21945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4754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21240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Business-Layer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parallel — das Mental-Model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Track hat eigenes Tempo. Manche sind Sprint-artig, manche Mehrjahres-Investitionen.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9184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93954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8724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88264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7804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7344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06424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0" y="1847088"/>
            <a:ext cx="7772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Pilot-Experience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🟢🟡 niedrig–mittel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0" y="2148840"/>
            <a:ext cx="863600" cy="457200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264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Content-Creator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🟡🟠 mittel–hoch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73500" y="3017520"/>
            <a:ext cx="1727200" cy="457200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64940" y="3063240"/>
            <a:ext cx="154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Effort (Monate)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Platform-Foundation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mittel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65550" y="3886200"/>
            <a:ext cx="1187450" cy="457200"/>
          </a:xfrm>
          <a:prstGeom prst="rect">
            <a:avLst/>
          </a:prstGeom>
          <a:solidFill>
            <a:srgbClr val="4F46E5">
              <a:alpha val="75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444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(Wochen–Monate)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Sim-Integration-Depth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🟠🔴 hoch–sehr-hoch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1200" y="4754880"/>
            <a:ext cx="3022600" cy="457200"/>
          </a:xfrm>
          <a:prstGeom prst="rect">
            <a:avLst/>
          </a:prstGeom>
          <a:solidFill>
            <a:srgbClr val="D97706">
              <a:alpha val="7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2640" y="4800600"/>
            <a:ext cx="2839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(Monate)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Business-Layer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5852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sehr hoch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48400" y="5623560"/>
            <a:ext cx="5181600" cy="457200"/>
          </a:xfrm>
          <a:prstGeom prst="rect">
            <a:avLst/>
          </a:prstGeom>
          <a:solidFill>
            <a:srgbClr val="059669">
              <a:alpha val="7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9840" y="5669280"/>
            <a:ext cx="499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Bet (Quartale)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Track-Modell-Prinzipien:  (1) Tracks unabhängig priorisierbar  ·  (2) Manche Tracks pausieren oder springen voran  ·  (3) Jahres-Buckets: 0-3M Sprint, 3-9M Major, 9-18M Pioneer, 18-36M Strategic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Pilot-Experience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Sprint-artige Wochen-Items für Piloten-Workflow.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unmittelbaren Wert für den Piloten erzeugt: Booking-System, Awards, Sceneries, OBS-Polish. Niedrige Komplexität, hohe Frequenz, schneller User-Impact. Ist der Track, den wir morgen anfangen.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4-8 Wochen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Komplexität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🟢🟡 niedrig–mittel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Items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Hauptitems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0684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Priorität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Pilot-Experience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 Items mit Aufwand-Bändern und Komplexitäts-Tags.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846320"/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es 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Aufwand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Komplexität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Booking-System 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SimBrief-Dispatch, Route-Browser, PIREP-Auto-Link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Awards-System 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Pilot-Achievements, Hour-Milestones, Auto-Award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 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niedrig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Sceneries-Library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Airport-Scenery-DB für Pilot-Briefings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niedrig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OBS-Overlay Phase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Multi-Layout-Templates, Theme-Customizer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PIREP-Analysis-Page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Tag-5-Doc bereits geschrieben, UI-Implementation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Pilot-Profile-Polish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Stats, History, Logbook-Export, Achievements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 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niedrig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Discord-Bot-Commands erweitern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/booking, /award, /stats Commands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niedrig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Settings-Cascade-Foundation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→ Airline → Pilot Resolver-Logic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Risiken und Hard-Stops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Track 1 verzögern oder blockieren könnte.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Risiken die's verlängern könnten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SimBrief-API-Verzögerung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042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API-Key-Anfrage kann 1-3 Wochen dauern.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Schema-Migration-Konflikte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1729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Awards-System ändert User-Model, Migration testen.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OBS-Custom-Theme-Skalierung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0416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Theme zusätzliche Tests + Browser-Compat.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Discord-Bot-Rate-Limits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9103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Erweiterte Commands → mehr API-Calls.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5486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Settings-Cascade-Edge-Cases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779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Resolver-Logic bei Multi-Tier-Override komplex.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Hard-Stops — was klappen muss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SimBrief-API-Key oder Fallback-Modus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3042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SimBrief: manueller Dispatch-Path.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880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PIREP-Auto-Link funktioniert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1729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↔ PIREP-Match darf nicht fehlen.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749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Settings-Cascade definiert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40416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Airline → Pilot Resolver klar.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Awards-Engine deterministisch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49103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Hour-Threshold-Triggers reproduzierbar.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5486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OBS-Theme-API stabil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57790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Theme-Switcher darf nicht User-Layouts zerstören.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Content-Creator-First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Effort — Twitch, OBS, YouTube.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Pilot-Experience wird als Stream-Erlebnis gedacht. Twitch-OAuth, EventSub-Hub, Sim-Effects via Mod (Pioneer-Topic), Network-Awareness, Anti-Cheat. YouTube-Equivalent als Generalisierung. Mehrjähriger Major-Track.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3-9 Monate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Komplexität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🟡🟠 mittel–hoch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Items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Items, 2 Phasen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0684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Priorität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Start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Content-Creator-First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 Items mit Aufwand-Bändern und Komplexitäts-Tags.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846320"/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es 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Aufwand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Komplexität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Twitch-OAuth-Foundation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Account-Linking, Token-Refresh, Scopes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EventSub-Hub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Twitch-Events → VAM-Bus → Pilot-Profile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Stream-Effect-Profiles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Cockpit-Lichter, Camera-Modes konfigurierbar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Network-Awareness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Online-Only-Effects, Live-vs-Offline-Logik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Woche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Anti-Cheat-Logic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Spam-Detection, Rate-Limits, Cooldowns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Failures-System 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Subscriber-triggered failures, Difficulty-Levels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OBS-Stream-Integration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Browser-Source-Sync, Overlay-State-Bus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YouTube-OAuth-Equivalent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Ähnliche Architektur, Streaming-Platform-Abstraction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Monate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Aircraft-Profile-Library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Aircraft Lvars + Trigger-Mappings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Wochen pro 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sehr 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Pioneer-Risiko erkennen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an Track 2 Standard ist und was Pioneer-Charakter hat.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STANDARD-TEILE (Faktor 0.05-0.15)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Twitch-OAuth-Flow — wie VATSIM/IVAO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EventSub-Webhook-Receiver — Express-Pattern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Effect-Profile-CRUD-UI — Standard-RHF+Zod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Network-Detection-Logic — Boolean-Routing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Anti-Cheat-Rate-Limits — Redis/DB-Counter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Failures-DB-Schema — Standard-Prisma-Models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OBS-State-Bus — Phase 1-3 Pattern bekannt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YouTube-OAuth — Twitch-Pattern wiederholt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8640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463040"/>
            <a:ext cx="548640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PIONEER-TEILE (Monate, nicht Wochen)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24028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MSFS-Mod für Failures — 3-5 Monate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Aircraft-Lvar-Reverse-Engineering — 2-4 Wochen pro AC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Mod-Distribution + Community-Folder — 1-2 Monate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MSFS-Update-Test-Pipeline — ongoing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Aircraft-Compat-Matrix maintained — ongoing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Lvar-Bridges für PMDG/Fenix etc. — open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Dual-Sim-Support (MSFS 2020 + 2024) — open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X-Plane-Equivalent? — Strategic-Question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Platform-Foundation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— shadcn-Migration, State-Layer, Admin-Split.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die Plattform wartbar und skalierbar macht: Tremor-zu-shadcn-Migration, TanStack Query + Zustand, RHF + Zod, Sidebar-Navigation, Server-vs-Airline-Admin-Split, React Compiler. Foundation-Track für Year 1.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Wochen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Komplexität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mittel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Items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Items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0684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Priorität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 2026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— Platform-Foundation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 Items mit Aufwand-Bändern und Komplexitäts-Tags.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846320"/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es 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Aufwand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Komplexität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shadcn/ui Migration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Tremor Raw → shadcn Components, Theme-Bridge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TanStack Query 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Mutations + Optimistic + Server-Action-Bridge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Woche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 State-Layer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RSC-aware client store für UI-State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niedrig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RHF + Zod Form-Standard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Forms auf einheitliches Pattern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Woche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niedrig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Sidebar-Navigation Redesign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Vision-Doc Layout-Redesign Phase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Admin-Dashboard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Server-Admin vs Airline-Admin-Trennung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Compiler enable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Memoization automatisch, 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niedrig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Per-Airline-Branding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Logo, Colors, Theme pro Airline-Tenant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Permission-System v1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RBAC, Server-Owner vs Airline-Owner vs Pilot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Encrypted-Settings-Layer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Felder mit AES-Encryption-at-Rest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— Migrations-Plan in 4 Phasen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wir Tremor → shadcn ohne Breaking-Changes machen.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889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78892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Coexistence-Bridge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shadcn-Components installieren, parallel zu Tremor. Zero breaking-changes.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983480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74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Aufwand: 3-5 Tage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1463040"/>
            <a:ext cx="27889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463040"/>
            <a:ext cx="278892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508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93008" y="2103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New-Pages-on-shadcn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93008" y="29718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neuen Pages ab Track 1 nutzen shadcn. Tremor-Pages bleiben unverändert.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93008" y="4983480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5074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Aufwand: ongoing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63056" y="1463040"/>
            <a:ext cx="27889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1463040"/>
            <a:ext cx="278892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1508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45936" y="2103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Migration-Sweeps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45936" y="29718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Page-by-Page: Dashboard → Pilot-Profile → Admin → Booking. Mit Tests.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45936" y="4983480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5074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Aufwand: 2-3 Wochen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15984" y="1463040"/>
            <a:ext cx="27889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15984" y="1463040"/>
            <a:ext cx="278892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8864" y="1508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98864" y="2103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Tremor-Removal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98864" y="29718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 Tremor-Imports entfernen, Bundle-Size-Check, Final-QA.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98864" y="4983480"/>
            <a:ext cx="24231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98864" y="5074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Aufwand: 1 Woche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Prinzip: Keine Big-Bang-Migration. Alte und neue Pages können koexistieren. Migration ist incrementell und reversibel.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Sim-Integration-Depth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— ACARS-vollständig + MSFS-Mod (Pioneer).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Phase 2-4 (volle Telemetrie-Pipeline), SimConnect-Data-Catalog implementieren, MSFS-Mod für Failures + Effects. Pioneer-Charakter: keine Best-Practices, eigene Forschung. Aircraft-Compat-Matrix als ongoing-Maintenance.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6-15 Monate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Komplexität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🟠🔴 hoch–sehr-hoch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Items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Items, 4 Phasen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0684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Priorität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2026 - Q2 2027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 — Sim-Integration-Depth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 Items mit Aufwand-Bändern und Komplexitäts-Tags.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846320"/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es 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Aufwand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Komplexität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ACARS 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SimConnect-Data-Polling, Position-Reports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mittel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ACARS Phase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Auto-PIREP-Generation, Flight-Phase-Detection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ACARS Phase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Replay-System, Track-Recording, Heatmaps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Monate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SimConnect-Catalog 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Tag-5-Doc voll implementieren, alle 200+ Variables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Wochen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MSFS-Mod v1 (Failures)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WASM-Mod, Aircraft-Compat für Default-AC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MONATE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sehr 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Aircraft-Profile-Library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AC: Lvars, Trigger-Maps, Tests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Wochen pro 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sehr 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Mod-Distribution-Pipeline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Auto-Update, Community-Folder-Manager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Monate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X-Plane-Adapter (offen)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Question — vielleicht Year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sehr hoch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40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 — Warum MSFS-Mod 3-5 MONATE braucht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Pioneer-Topic ehrlich kalkuliert.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9144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MSFS-SDK-Komplexität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5087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WASM-Module, SimConnect-Bridge, Asobo-Update-Schedule unvorhersehbar. AI-Tools helfen wenig.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0" y="15087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Wochen Forschung allein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77440"/>
            <a:ext cx="9144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Aircraft-Compat pro AC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468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Aircraft hat eigene Lvars. PMDG, Fenix, Default-Cessna — alle anders. Reverse-Engineering pro AC.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0" y="2468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Wochen pro Aircraft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37560"/>
            <a:ext cx="9144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747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+ Community-Folder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3429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MSFS-Mod-Installation ist nicht trivial. Marketplace? Manueller Install? Auto-Update?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0" y="34290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Monate Pipeline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97680"/>
            <a:ext cx="9144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434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71600" y="4389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MSFS-Update-Tests ongoing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43891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Asobo released alle 6 Wochen. Jedes Update kann Mod brechen. Hotfix-Pipeline + Test-Matrix.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0" y="4389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Ongoing-Maintenance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257800"/>
            <a:ext cx="1124712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257800"/>
            <a:ext cx="9144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3949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71600" y="5349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MSFS 2020 vs 2024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53492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Dual-Sim-Support? 2024 hat neue API. Dual-Build = doppelter Aufwand.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0" y="53492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+50 % wenn beide Sim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Business-Layer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Bet — Year 2-3+ Plattform-Werden.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Plugin-System v1, Marketplace, 3D-Globe-Visualisation, Mehrsprachigkeit, kommerzielle Modi. Hängt davon ab, ob VAM zur Plattform wächst. Year-2-3-Decisions, hohe Unsicherheit. Nur dort weiterbauen, wo konkreter Bedarf entsteht.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2-3+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Komplexität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sehr hoch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Items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Bets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06840" y="5029200"/>
            <a:ext cx="2743200" cy="1188720"/>
          </a:xfrm>
          <a:prstGeom prst="rect">
            <a:avLst/>
          </a:prstGeom>
          <a:solidFill>
            <a:srgbClr val="312E8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5212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Priorität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0" y="54864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5 — Strategic Bets für Year 2-3+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kommen kann, wenn die Plattform wächst.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6576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Plugin-System v1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Sandboxed, Permission-based, BC-stable API. Drittanbieter können VAM erweitern.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291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99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User-Volume &gt; 5000 Pilots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3192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3319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Monate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51960" y="137160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1371600"/>
            <a:ext cx="36576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34840" y="19659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Plugins, Sceneries, Aircraft-Profiles, Themes — verkaufbar oder kostenlos.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2926080"/>
            <a:ext cx="3291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999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4920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Plugin-System v1 stabil + Bedarf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33192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66360" y="3319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Monate nach Plugin-System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137160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1371600"/>
            <a:ext cx="36576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3D-Globe-Visualisation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0" y="19659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Three.js-basierte erweiterte Live-Map mit Replay-Mode, Heatmaps, Time-Lapse.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2926080"/>
            <a:ext cx="3291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2999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869680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ACARS Phase 4 fertig + Demand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33192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961120" y="3319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4-8 Wochen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931920"/>
            <a:ext cx="36576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Mehrsprachigkeit i18n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" y="4526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DE/EN/FR/ES — wichtig bei internationaler Adoption.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486400"/>
            <a:ext cx="3291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5595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280160" y="5559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Non-DE-Communities &gt; 30 %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5879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71600" y="5879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Wochen + ongoing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251960" y="393192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1960" y="3931920"/>
            <a:ext cx="36576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3484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Kommerzielle Modi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434840" y="4526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Hosting-as-a-Service? Premium-Features? Open-Source mit Dual-Lizenz?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5486400"/>
            <a:ext cx="3291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4840" y="55595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74920" y="5559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Strategic-Decision Year 1-2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34840" y="5879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5879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Decision, dann Bauen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046720" y="3931920"/>
            <a:ext cx="365760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0" y="3931920"/>
            <a:ext cx="36576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VR-Cockpit-Integration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229600" y="45262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VAM-Daten in VR-Cockpit-Overlay. Sehr Pionier.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229600" y="5486400"/>
            <a:ext cx="3291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29600" y="555955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869680" y="5559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VR-Sim-Penetration &gt; 30 %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29600" y="58795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Aufwand: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961120" y="5879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Tracks-Dependency-Graph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die Tracks sich gegenseitig bedingen.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0" y="2148840"/>
            <a:ext cx="2286000" cy="265176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743200" y="4800600"/>
            <a:ext cx="2286000" cy="-26517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80760" y="4114800"/>
            <a:ext cx="0" cy="-128016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32320" y="2148840"/>
            <a:ext cx="2286000" cy="132588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132320" y="4800600"/>
            <a:ext cx="2286000" cy="-132588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1463040"/>
            <a:ext cx="2103120" cy="137160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463040"/>
            <a:ext cx="210312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Pilot-Experience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2103120" cy="1371600"/>
          </a:xfrm>
          <a:prstGeom prst="rect">
            <a:avLst/>
          </a:prstGeom>
          <a:solidFill>
            <a:srgbClr val="F8FAFC"/>
          </a:solidFill>
          <a:ln w="25400">
            <a:solidFill>
              <a:srgbClr val="4F46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14800"/>
            <a:ext cx="2103120" cy="365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Platform-Foundation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Unabhängig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1463040"/>
            <a:ext cx="2103120" cy="1371600"/>
          </a:xfrm>
          <a:prstGeom prst="rect">
            <a:avLst/>
          </a:prstGeom>
          <a:solidFill>
            <a:srgbClr val="F8FAFC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463040"/>
            <a:ext cx="21031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Content-Creator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2423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braucht: T3, T4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4114800"/>
            <a:ext cx="2103120" cy="1371600"/>
          </a:xfrm>
          <a:prstGeom prst="rect">
            <a:avLst/>
          </a:prstGeom>
          <a:solidFill>
            <a:srgbClr val="F8FAFC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4114800"/>
            <a:ext cx="210312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4572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5074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braucht: T1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418320" y="2788920"/>
            <a:ext cx="2103120" cy="1371600"/>
          </a:xfrm>
          <a:prstGeom prst="rect">
            <a:avLst/>
          </a:prstGeom>
          <a:solidFill>
            <a:srgbClr val="F8FAFC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18320" y="2788920"/>
            <a:ext cx="210312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0" y="2834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09760" y="3246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Business-Layer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509760" y="3749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braucht: T2, T3, T4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T1 und T3 sind kritische unabhängige Foundations. T2 hängt von beiden + T4 ab. T5 ist conditional auf alle Vorgänger.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Vision-Audit — ~300 Ideen kategorisiert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A/B/C/D System aus den 3 Vision-Docs (admin, twitch, layout).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029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371600"/>
            <a:ext cx="58521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0" y="1371600"/>
            <a:ext cx="9144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Ideen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7830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 in Track 1-5 Roadmap eingearbeitet. Konkret, zeitlich gesteckt, priorisiert.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0" y="2331720"/>
            <a:ext cx="58521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0" y="233172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423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49808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Ideen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80760" y="2743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Brauchen User-Validation oder Demand-Signal vor Bau. Vielleicht ja, vielleicht nein.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3291840"/>
            <a:ext cx="58521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0" y="3291840"/>
            <a:ext cx="9144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49808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Ideen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080760" y="3703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Long-Term-Vision. Year 2-3+. Wenn Plattform wächst und Bedarf konkret wird.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52160" y="4251960"/>
            <a:ext cx="58521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52160" y="4251960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80760" y="4343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49808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Ideen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80760" y="4663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Explizit gestrichen. Out-of-Scope, Mismatch, oder zu hohe Komplexität für ROI.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852160" y="5212080"/>
            <a:ext cx="585216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52160" y="5212080"/>
            <a:ext cx="91440" cy="9144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0760" y="5303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SONSTIGE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498080" y="5303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~115 Ideen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080760" y="5623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Sub-Items, Alternativen. Nicht eigenständig priorisiert.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40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explizit gestrichen wurde (TIER 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alles aus den Vision-Docs landet in der Roadmap.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— und warum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48640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— und warum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5486400" cy="6995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AI-Voice-ATC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2037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zu unklar, Existing-VA-Tools besser; Track-Match fehlt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5486400" cy="6995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682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Crypto-/Blockchain-Awards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zur Aviation-Domain passend; Komplexität zu hoch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70632"/>
            <a:ext cx="5486400" cy="6995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163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VAM-eigenes Forum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0998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ersetzt das; Doppel-Pflege macht keinen Sinn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18688"/>
            <a:ext cx="5486400" cy="6995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644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Mobile-App-Native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5478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PWA-Approach ausreichend für Year 1-2; React-Native-Aufwand zu hoch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66744"/>
            <a:ext cx="5486400" cy="6995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124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Voice-Chat-System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9959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macht das schon; keine Konkurrenz nötig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5486400" cy="6995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Mission-Briefings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4439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Spielerei; ROI unklar; AI-Dependencies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874520"/>
            <a:ext cx="5486400" cy="6995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920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Flight-Planner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22037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SimBrief existiert und ist Industry-Standard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322576"/>
            <a:ext cx="5486400" cy="6995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3682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VR-Cockpit-Mod (initial)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2651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viele Sim-Specifics; verschoben auf Year 2-3 Bewertung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2770632"/>
            <a:ext cx="5486400" cy="6995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8163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Blockchain-PIREPs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30998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Trust-Problem ist nicht das, was VAs lösen müssen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218688"/>
            <a:ext cx="5486400" cy="6995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2644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Streamer-Monetarisierung-Layer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55080" y="35478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 macht das; VAM kein Payment-Provider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666744"/>
            <a:ext cx="5486400" cy="6995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7124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ATC-Network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55080" y="39959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VATSIM/IVAO existieren; keine Konkurrenz nötig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4114800"/>
            <a:ext cx="5486400" cy="69951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VAM-eigene Aircraft-Modelle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55080" y="44439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Domain-Mismatch; Sim-Devs machen das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 Items — verteilt auf 5 Tracks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die priorisierten ~45 Ideen ihren Platz finden.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7315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371600"/>
            <a:ext cx="3657600" cy="475488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Verteilungs-Analyse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0" y="2011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T2 hat die meisten Items (12) — Content-Creator-First ist strategischer Fokus.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0" y="27889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T3 (10) folgt — Foundation-Investment zahlt sich überall aus.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T1 und T4 ähnlich (8) — Sprint vs. Long-term, balanciert.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T5 niedrig (7) — Strategic Bets, conditional auf Wachstum.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0" y="5120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Verteilung zeigt: Plattform ist nicht Single-Feature, sondern Multi-Track.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Roadmap-Timeline — Quartale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wann — Buckets statt punktgenauer Daten.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560320" cy="1143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— 3 MONATE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60020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1: Booking, Awards, Sceneries, OBS Phase 4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Start: shadcn-Bridge, TanStack Query Setup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Master-Roadmap nach docs/vision/ committen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12471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97480"/>
            <a:ext cx="2560320" cy="1143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Q3-Q4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83464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voll: Migration-Sweeps, Admin-Split, RBAC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Start: Twitch-OAuth, EventSub, Effects v1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 ACARS Phase 2-3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112471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931920"/>
            <a:ext cx="2560320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Q1-Q3 2027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406908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4: MSFS-Mod v1 (Pioneer-Topic, 3-5 Monate)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2: YouTube-Equivalent, Failures-System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1: PIREP-Analysis-Page-UI, Stats-Polish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5166360"/>
            <a:ext cx="1124712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5166360"/>
            <a:ext cx="2560320" cy="1143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49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18–36 MONATE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760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2027 - 2028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530352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5: Plugin-System v1 (conditional, 6-12 Monate)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5: Marketplace-Vorbereitung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2: 3D-Globe, i18n, Long-Term-Items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Risiken — die wichtigsten 5 mit Mitigations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strategisch beobachten und vorbeugen.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88720" y="1554480"/>
            <a:ext cx="6400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5727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Solo-Burnout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ist Therapie für Kevin (Depression-Hintergrund). Aber 6-12h-Sessions sind nicht skalierbar.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21040" y="174650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Faktor-0.05 als 'wenn drin, dann drin'-Indikator akzeptieren. Track-Modell erlaubt Pausen pro Track. Mental-Health-Check jeden Sonntag.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395728"/>
            <a:ext cx="112471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95728"/>
            <a:ext cx="9144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3288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188720" y="2532888"/>
            <a:ext cx="64008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55117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8872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VATSIM/IVAO API-Restriktionen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248716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können Rate-Limits ändern. JSON-Endpoint-Schemas können brechen.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7249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Schema-Versions-Matching pro Provider. Polling-Intervals adaptiv. Fallback auf cached Data. Dual-Provider-Strategy.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374136"/>
            <a:ext cx="112471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74136"/>
            <a:ext cx="9144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1129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188720" y="3511296"/>
            <a:ext cx="64008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35295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88720" y="38313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Mapbox-Pricing bei Skalierung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46557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kostet ab &gt; 50K MAU. Bei Wachstum → laufende Kosten.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34655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21040" y="3703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als Fallback evaluiert. OSM-basierte Tiles für Entwicklung. Mapbox nur in Production für Enterprise-Tier.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4352544"/>
            <a:ext cx="112471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352544"/>
            <a:ext cx="9144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48970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188720" y="4489704"/>
            <a:ext cx="64008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88720" y="45079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88720" y="48097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Tailwind-Sustainability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0" y="444398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Layoffs gemeldet. Long-Term-Support ungewiss.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21040" y="46817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UnoCSS-Migration-Pfad in Year 1 dokumentiert. Tailwind-Code in 2026 stable. Re-Evaluation Q4 2026.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5330952"/>
            <a:ext cx="1124712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5330952"/>
            <a:ext cx="914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46811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1188720" y="5468112"/>
            <a:ext cx="64008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88720" y="54864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88720" y="5788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MSFS-Mod-Pioneer-Risiko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029200" y="542239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MSFS-Updates können Mod brechen. Aircraft-Compat-Tests aufwändig. Distribution unsicher.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21040" y="5422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21040" y="56601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Aircraft-Compat-Matrix als ongoing-Investment. Hotfix-Pipeline ab Track 4 Phase 1. Dual-Sim 2024 nur wenn 2020 stable.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&amp; Solo-Burnout-Risiko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wichtigste Bottleneck — und ehrlich besprochen.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14630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„Coding ist Therapie. Aber Therapie kann auch zu viel werden."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ist nach Vater-Tod und mit Depression-Hintergrund in der Plattform-Entwicklung. Das ist Stärke und Risiko gleichzeitig. Diese Master-Doc respektiert das ehrlich, statt es zu kaschieren.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37033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08960"/>
            <a:ext cx="37033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funktioniert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produziert in 5 Tagen 10-14 Wochen Plan-Scope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gibt Struktur und Sinn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AI-Stack (Roo + Qwen + Claude) verstärkt das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Domain-Expertise (Aviation) ist persönlich relevant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Loops kompatibel mit Energy-Schwankungen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29100" y="3108960"/>
            <a:ext cx="37033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9100" y="3108960"/>
            <a:ext cx="370332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1980" y="3200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kippen kann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11980" y="374904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6-12h-Sessions nicht über Monate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'Wenn drin, dann drin'-Modus = kein Steady-State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Solo: keine Co-Founders, kein Team-Backup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Ehrgeiz vs Energy-Realität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Vision-Doc-Volume kann überfordern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01000" y="3108960"/>
            <a:ext cx="37033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3108960"/>
            <a:ext cx="3703320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3200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hilft strategisch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83880" y="3749040"/>
            <a:ext cx="3429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Track-Modell statt Phasen — pausierbar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Faktor-Anerkennung statt Druck-Pläne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Komplexitäts-Bands realistisch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Quartalsweise Master-Doc Re-Audit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Florian als gelegentlicher Sparring-Partner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Decision-Log — Highlights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Strategische Entscheidungen mit Begründung. (D-001 bis D-105 in Master-Doc.)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7724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481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von Anfang 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 und Airline-Layer architektonisch getrennt. Single-Tenant-Code wäre später teurer.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4864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77724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146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D-022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3500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owns Data-Plane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371600" y="2624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Discord-Bot ist Single-Source-of-Truth für VATSIM/IVAO. Web-App ist Read-Heavy.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54864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54680"/>
            <a:ext cx="77724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832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D-045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218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RSC + Server-Actions ersetzt 95% API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371600" y="34930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bleibt für Cron/Background. Klassische REST-API nicht mehr nötig.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54864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23360"/>
            <a:ext cx="77724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519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D-067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40873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bleibt — vorerst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71600" y="4361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3D-Globe ist Killer-Feature. Mapbox-Pricing bei &lt; 50K MAU akzeptabel. MapLibre als Fallback.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54864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892040"/>
            <a:ext cx="77724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120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D-078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49560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Tremor → shadcn/ui Track 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371600" y="5230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Kontrolle, bessere shadcn-Patterns 2026. Bridge-Pattern, kein Big-Bang.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5760720"/>
            <a:ext cx="54864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760720"/>
            <a:ext cx="77724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989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D-089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600" y="58247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MSFS-Mod ist Pioneer-Topic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371600" y="60990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Monate ehrlich. Faktor 0.05 reicht NICHT. Track 4 separat behandelt.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1417320"/>
            <a:ext cx="54864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1417320"/>
            <a:ext cx="77724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6459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D-101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0" y="1481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Track-Modell statt Phasen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132320" y="17556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haben eigene Tempi, parallel laufbar. Bessere Pausierbarkeit.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2286000"/>
            <a:ext cx="54864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2286000"/>
            <a:ext cx="77724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25146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D-102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32320" y="23500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0.05 + Komplexitäts-Anerkennung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132320" y="26243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Standard-Patterns mit 0.05. Pioneer-Topics ehrlich in Monaten geschätzt.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3154680"/>
            <a:ext cx="54864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17920" y="3154680"/>
            <a:ext cx="77724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3832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D-103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132320" y="32186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als Tag-6-Priorität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132320" y="349300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1, niedrig-mittel-Komplexität. Direkter Pilot-Impact. Foundation für Awards.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17920" y="4023360"/>
            <a:ext cx="54864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4023360"/>
            <a:ext cx="77724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42519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D-104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132320" y="40873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 behalten + UnoCSS-Pfad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7132320" y="43616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Migration-Pfad dokumentiert. Aktivieren wenn Sustainability kippt.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17920" y="4892040"/>
            <a:ext cx="54864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17920" y="4892040"/>
            <a:ext cx="77724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51206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D-105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132320" y="49560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Vision-Docs in TIER A/B/C/D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7132320" y="52303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Ideen klassifiziert. Verhindert 'alles auf einmal bauen'-Modus.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40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Reality-Check zu dieser Master-Doc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solide ist und was mit Vorsicht zu lesen.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WAS SOLIDE IST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Plan-vs-Realität-Audit ist ehrlich (5d vs 10-14w gemessen)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0.05 mit 11 Datenpunkten validiert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5-Tracks-Modell pragmatisch und parallel-fähig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Aufwand-Bänder mit Komplexitäts-Tags differenziert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Pioneer-Topics (MSFS-Mod) ehrlich als Monate gekennzeichnet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Vision-Docs realistisch in TIER A/B/C/D einsortiert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Decision-Log nachvollziehbar (D-001 bis D-105)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CSS-Recherche fundiert mit Tailwind-Risiko erkannt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Mental-Health-Risiko nicht kaschiert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371600"/>
            <a:ext cx="548640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WAS MIT VORSICHT ZU LESEN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Pioneer-Aufwand-Bänder sind Schätzungen, keine Tests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TIER-Klassifizierung für 300 Ideen ist Synthese, nicht item-by-item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Year-2-3-Tracks (T5) sehr unsicher, was wirklich kommt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Business-Model-Decision (Open-Source vs Premium)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konkreten Meilensteine für Externe (v1.0?)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0.05 gilt für 2026-Tooling — kann sich ändern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Master-Doc ist Living-Document — quartalsweise re-auditen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Track-Verschiebungen wahrscheinlich nach 3-6 Monaten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als nächstes — konkrete Action-Items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6 morgen. Quartal Q3. Dann Q4 und weiter.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889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78892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6 MORGEN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2514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Master-Roadmap nach docs/vision/ committen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Vision-Docs ebenso committen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'Next' aktualisieren mit Track-Verweisen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Item 9.2.1 starten: Booking-System Phase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10128" y="1371600"/>
            <a:ext cx="27889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10128" y="1371600"/>
            <a:ext cx="2788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WOCHEN 1-2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93008" y="2057400"/>
            <a:ext cx="2514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Booking-System v1 fertig (Track 1, ~1-2w)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OBS-Overlay Phase 4 abschließen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Awards-System v1 in Discord-Bot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63056" y="1371600"/>
            <a:ext cx="27889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63056" y="1371600"/>
            <a:ext cx="2788920" cy="502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MONATE 1-3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45936" y="2057400"/>
            <a:ext cx="2514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starten: shadcn-Bridge installieren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in 1-2 Pages testen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2: Twitch-OAuth-Foundation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15984" y="1371600"/>
            <a:ext cx="278892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15984" y="1371600"/>
            <a:ext cx="278892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3144" y="14630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MONATE 3-9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98864" y="2057400"/>
            <a:ext cx="2514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Migration-Sweeps page-by-page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EventSub-Hub bauen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4 ACARS Phase 2 starten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Quartalsweise: Plan-vs-Realität-Audit. TIER-Re-Klassifizierung. Decisions-Log fortschreiben. Master-Doc bleibt Living-Document.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 · Tag 5 · 28.04.2026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Living-Document-Approach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Master-Doc ist nie 'fertig'. Sie reift mit dem Projekt.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889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1828800"/>
            <a:ext cx="914400" cy="9144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4460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Plan-vs-Realität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was geliefert wurde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was geplant war.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0128" y="1554480"/>
            <a:ext cx="27889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47388" y="1828800"/>
            <a:ext cx="914400" cy="9144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7388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93008" y="29260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TIER-Re-Audit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3008" y="35661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Vision-Items neu sortieren.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Ideen einordnen.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1554480"/>
            <a:ext cx="27889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00316" y="1828800"/>
            <a:ext cx="914400" cy="9144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00316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45936" y="29260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Decisions-Update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45936" y="35661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Decisions dokumentieren.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 revidieren wenn nötig.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15984" y="1554480"/>
            <a:ext cx="278892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53244" y="182880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53244" y="20574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198864" y="29260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Tracks-Re-Tempi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98864" y="35661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Tracks ziehen, welche ruhen?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Fokus-Setting für nächstes Quartal.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Strategisches Dokument, nicht taktisches.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" y="5532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Doc sagt nicht 'Mach genau das in dieser Reihenfolge'. Sie sagt: Hier sind 5 strategische Tracks mit kohärenten Themen, hier sind realistische Aufwand-Bänder, hier sind Risiken und Decisions. Die taktische Arbeit (welcher Commit als nächstes) macht Kevin pragmatisch in der Session.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VAM-System Master-Roadmap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diese Roadmap leistet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2606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Plan-vs-Realität-Audit auf 5 Tagen Real-Daten basierend.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31089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0.05 mit 11 Datenpunkten validiert. Standard-Schätzungen passen nicht.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36118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Strategic Tracks statt linearer Phasen. Eigene Tempi, parallel laufbar.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4114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Pioneer-Topics ehrlich in Monaten kalkuliert (MSFS-Mod, Plugin-System).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572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4617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 Vision-Ideen in TIER A/B/C/D klassifiziert. 20 explizit gestrichen.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074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51206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Living-Document. Quartalsweise zu re-auditen.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126480"/>
            <a:ext cx="12161520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Drack · CrysaGaming · IVAO 770283 · github.com/CrysaGaming/vam-system · vam.kevindrack.de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VAM-System Master-Roadmap</dc:title>
  <dc:subject>Strategische Roadmap Tag 5 (28.04.2026)</dc:subject>
  <dc:creator>Kevin Drack</dc:creator>
  <cp:lastModifiedBy>Kevin Drack</cp:lastModifiedBy>
  <cp:revision>1</cp:revision>
  <dcterms:created xsi:type="dcterms:W3CDTF">2026-04-28T00:46:25Z</dcterms:created>
  <dcterms:modified xsi:type="dcterms:W3CDTF">2026-04-28T00:46:25Z</dcterms:modified>
</cp:coreProperties>
</file>