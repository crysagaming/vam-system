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8686800" y="457200"/>
            <a:ext cx="41148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103120"/>
            <a:ext cx="4572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FLIGHT-SIM COMMUNITIES · BUILT IN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Eine Virtual-Airline-Plattform, gebaut für moderne Pilots.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Live-Tracking · Discord · Streamer-Overlay · Eigene ACARS.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vam.kevindrack.de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6126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· CrysaGaming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VAM-Software-Landschaft ist alt.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 sie diktiert dir, wie du deine Airline führen sollst.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175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phpVMS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 Als ich klein war. Selbst-Hosting-Hell. Drittanbieter-Plugins für Basics. Discord-Integration als nachträglicher Hack.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44568" y="274320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0175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18888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vAMSYS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818888" y="4206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SaaS. Monatliche Gebühren. Du gibst deine Daten ab. Keine Kontrolle über Features. Pegasus-ACARS als Lock-In.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449056" y="274320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30175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23376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Eigenbau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8723376" y="4206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Steile Lernkurve. Niemand hat Zeit. Halb-fertige Lösungen ohne Wartung. Discord-Bot? Live-Tracking? Beides? Vergiss 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Plattform.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gehostet. Ohne Lizenzgebühren.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 allem, was eine moderne Discord-Community braucht.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5349240" cy="11887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776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Live-Tracking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4592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 + IVAO + bald ACARS auf einer 3D-Map mit Wetter und Routen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45352" y="3657600"/>
            <a:ext cx="5349240" cy="11887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39776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Discord-Native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251192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Slash-Commands · Auto-Posts · Rang-Updates · ein Account für alles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029200"/>
            <a:ext cx="5349240" cy="11887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492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Streamer-Overlay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4592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Browser-Source für OBS · Live-Daten im Stream · niemand sonst hat das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45352" y="5029200"/>
            <a:ext cx="5349240" cy="11887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534924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51192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Pirep-Analyse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251192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Vertical-Profile · 3D-Replay · Score-System · Pegasus-Niveau auf Web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Tage. 62 Commits.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Eine production-near Plattform die täglich wächst.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83464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2651760" y="3794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83464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4572000" y="3794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83464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6492240" y="3794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283464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8412480" y="3794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41280" y="283464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4128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10332720" y="3794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663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7492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05840" y="5029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3D Live-Map mit METAR + Wetter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507492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910328" y="5029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Multi-Network OAuth (Discord/VATSIM/IVAO)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507492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814816" y="5029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PIREP-Workflow mit Auto-Approval</a:t>
            </a:r>
            <a:endParaRPr lang="en-US" sz="12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235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05840" y="5577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Discord-Bot mit Live-Embeds</a:t>
            </a:r>
            <a:endParaRPr lang="en-US" sz="12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562356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10328" y="5577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Admin-Stats-Dashboard mit 4 KPIs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562356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14816" y="5577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OBS-Overlay-Token-System (Phase 1 done)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STREAMER USP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Live-Daten im Stream.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Eine URL in OBS. Ohne Drittanbieter. Ohne Plugin.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6858000" cy="3840480"/>
          </a:xfrm>
          <a:prstGeom prst="rect">
            <a:avLst/>
          </a:prstGeom>
          <a:solidFill>
            <a:srgbClr val="1A1A1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 / YouTube Stream Preview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6583680" cy="502920"/>
          </a:xfrm>
          <a:prstGeom prst="rect">
            <a:avLst/>
          </a:prstGeom>
          <a:solidFill>
            <a:srgbClr val="00000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089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9718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DLH123  ·  EDDF → LOWW  ·  FL370 · 450kt · 1h24m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200400" y="4114800"/>
            <a:ext cx="1463040" cy="1463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58521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[Cockpit-View · Flight-Sim]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60720" y="5120640"/>
            <a:ext cx="1463040" cy="109728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60720" y="5120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95528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297180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 pro Pilot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Einmalig generiert, in OBS einfügen, fertig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55280" y="365760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Live-Daten alle 5s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Callsign · Route · FL · Speed · ETA · Distance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955280" y="434340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rendering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2296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Stört den Stream nicht, integriert sich nahtlos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955280" y="502920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Token-rotierbar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22960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Leak: One-Click neuer Token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55280" y="571500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4"/>
          <p:cNvSpPr/>
          <p:nvPr/>
        </p:nvSpPr>
        <p:spPr>
          <a:xfrm>
            <a:off x="822960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Multi-Layout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822960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Live-Bar · Cockpit · Glassmorphism (kommt)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ACARS · KOMMT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Pegasus-Niveau.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Aber unsere App. Open, branded, kontrolliert.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4864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0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funktioniert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35661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Desktop-App installieren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TypeScript · Auto-Update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2519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173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Pairing-Code in App eingeben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1732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Ein-Klick aus Web-Settings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49377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1732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starten · App liest mit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 / P3D / X-Plane · 1-2s Heartbeat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" y="56235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1732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Auto-PIREP bei Block-On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1732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off + Brake set = Submit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09360" y="2651760"/>
            <a:ext cx="5486400" cy="3840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80360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22376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es liefert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583680" y="35204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</a:rPr>
              <a:t>Position auf 100m genau (1s Refresh)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</a:rPr>
              <a:t>Engine N1/N2 · Fuel-Flow · per Engine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</a:rPr>
              <a:t>Glide-Slope-Tracking für Approach-Score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</a:rPr>
              <a:t>Touchdown-Rate · G-Force bei Landing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</a:rPr>
              <a:t>10 Phasen automatisch detected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</a:rPr>
              <a:t>Anti-Cheat: Time-Acceleration · Pause-Time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</a:rPr>
              <a:t>Wetter aus Sim · Wind · Pressure · OAT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Flug wird zur Geschichte.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Charts. 3D-Replay. Score. Comparison. Phase-Breakdown.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657600" cy="384048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100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5349240"/>
            <a:ext cx="219456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Smooth Landing · Stable Approach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Top 30% dieser Route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SUB-SCORES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Stability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3182112"/>
            <a:ext cx="32004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3182112"/>
            <a:ext cx="2944368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106424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Quality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3822192"/>
            <a:ext cx="32004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0" y="3822192"/>
            <a:ext cx="304038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106424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0" y="4462272"/>
            <a:ext cx="32004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4462272"/>
            <a:ext cx="272034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106424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Efficiency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0" y="5102352"/>
            <a:ext cx="32004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0" y="5102352"/>
            <a:ext cx="288036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1064240" y="5029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5669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0" y="5742432"/>
            <a:ext cx="32004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0" y="5742432"/>
            <a:ext cx="2496312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1064240" y="5669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62636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3D-Globe-Replay (CesiumJS) · Vertical-Profile · Engine-Charts · Approach-Analysis · Phase-Breakdown · Events-Timeline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DER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Edge.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Wir bauen mit dem, was 2026 das Beste hergibt.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4320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Turbopack · React 19 · Server Components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274320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45352" y="274320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 · Zod-Validation · Type-Safe APIs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1188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3D-Terrain · Vector-Tiles · weltweit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5352" y="361188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361188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CesiumJS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9672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für 3D-Flight-Replays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48056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5.22 ORM · 18 Models · Migrations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45352" y="448056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45352" y="448056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discord.js v14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19672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Slash-Commands · Live-Embeds · Pub/Sub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34924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440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5760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+ VATSIM + IVAO OAuth nativ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45352" y="5349240"/>
            <a:ext cx="5349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45352" y="534924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6519672" y="5440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19672" y="5760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· TLS · DDoS-Protection inklusive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es hingeht.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Klar abgegrenzt. Schrittweise. Realistisch.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0332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F6B3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14700" y="3931920"/>
            <a:ext cx="365760" cy="3657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31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WOCHEN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8318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ACARS-Backend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3931920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ACARS-Client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81060" y="3931920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95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495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Auto-PIREP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64240" y="3931920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PIREP-Analyse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Erweiterungen danach: Wettervergleich · ATC-Integration · Heatmaps · Streamer-Tools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Daten. Eigene Kontrolle.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Community.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66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3520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5448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MIT-Lizenz · Public auf GitHub · Forks willkommen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329184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3566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9752" y="3520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159752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Daten. Dein Server. Keine Lock-Ins.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75488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983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554480" y="5440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Wartbar · Modular · keine Legacy-Schulden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45352" y="475488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50292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59752" y="4983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Discord-First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7159752" y="5440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deine Pilots eh sind · keine Parallel-Welt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9144000" y="914400"/>
            <a:ext cx="32004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4572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ist nicht fertig.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es ist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offen,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914400" y="5440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es wird jeden Tag mehr.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dabei.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Egal ob Beta-Tester, Mit-Entwickler, oder einfach Pilot der mitfliegt.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Discord-Community offen. GitHub-Repo public. PRs willkommen.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3657600" cy="128016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vam.kevindrack.de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44568" y="4572000"/>
            <a:ext cx="3657600" cy="128016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36008" y="5166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github.com/CrysaGaming/vam-system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9056" y="4572000"/>
            <a:ext cx="3657600" cy="128016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40496" y="5166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CrysaGaming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Gebaut von Kevin Drack ·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VAM-System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VAM-System — Pitch Deck</dc:title>
  <dc:subject>PptxGenJS Presentation</dc:subject>
  <dc:creator>Kevin Drack</dc:creator>
  <cp:lastModifiedBy>Kevin Drack</cp:lastModifiedBy>
  <cp:revision>1</cp:revision>
  <dcterms:created xsi:type="dcterms:W3CDTF">2026-04-26T17:44:04Z</dcterms:created>
  <dcterms:modified xsi:type="dcterms:W3CDTF">2026-04-26T17:44:04Z</dcterms:modified>
</cp:coreProperties>
</file>