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0058400" y="457200"/>
            <a:ext cx="164592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DOCUMENT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Weather-Provider-Strategie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Multi-Provider · Geo-Awareness · Auto-Failover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geplant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38328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3093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 total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23544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2354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Kosten/Monat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Drack · CrysaGaming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Warum RainViewer alleine nicht reicht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Stand (RainViewer)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Zoom-Limit 7 → Grid-Pattern beim Reinzoomen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Single-Point-of-Failure (Service down = kein Wetter)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Service seit 2025 in 'limited operation'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Globale Daten-Qualität nur durchschnittlich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Keine Möglichkeit lokal bessere Quellen zu nutzen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</a:rPr>
              <a:t>Kein Limit-Tracking → API-Änderung = böse Überraschung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Multi-Provider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Geo-Awareness (lokale Provider wo verfügbar)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Automatischer Failover bei Limit oder Outage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Self-Limiting (bleibt im Free-Tier)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Caching (gleiche Tiles nicht mehrfach holen)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Transparente UX (User merkt Switch nicht)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Admin-Monitoring (Discord-Alerts)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ACARS-gekoppelt (Position-aware Wahl)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Provider-Marktanalyse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Globale Quellen im Vergleich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Zoom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064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Update-Lag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609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RainViewer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Unbegrenzt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09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3252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1268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Last-Resort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1k/Tag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Free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12680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Notfall-Fallback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Weather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889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30k/Mo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3252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1268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Premium-Global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Tomorrow.io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889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Auf Anfrage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0644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3252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1268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Meteoblue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8892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Silver+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17720" y="4480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9-12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06440" y="4480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609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732520" y="4480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Paid-Option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 GeoServer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78892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Unbegrenzt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17720" y="5029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 Min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60920" y="5029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DE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32520" y="5029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1268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Deutschland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NWS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88920" y="5577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Unbegrenzt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617720" y="5577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7-9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06440" y="5577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360920" y="5577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732520" y="5577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012680" y="5577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USA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Schlüssel-Insight: Nationale Quellen (DWD, NOAA) sind oft besser + free + unbegrenzt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Lokale Premium-Quellen wo verfügbar, globaler Fallback sonst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Deutschland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Free · Unbegrenzt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NWS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Free · Unbegrenzt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 Kanada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GeoMet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Free · Unbegrenzt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33172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Restliche Welt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Weather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30k/Mo Free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24612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Wenn Limit erreicht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83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1k/Tag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4160520"/>
            <a:ext cx="228600" cy="2286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Last-Resort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1832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RainViewer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Unbegrenzt · Zoom 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Deutsche Pilots verbrauchen 0 Free-Tier-Limit. Rainbow-Budget reicht für viel mehr Welt-Pilots.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Spotlight: Deutscher Wetterdienst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Warum DWD für Deutschland-Region die beste Wahl 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ZOOM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268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UPDATE-LAG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486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73152" cy="3017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8404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Original-Daten (was andere aggregieren)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Höchste Genauigkeit für Deutschland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Real-Time Updates (5-15 Min)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Komplett kostenlos und unbegrenzt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Officieller staatlicher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OGC-konform (Standard-WMS)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Keine Registrierung, kein API-Key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291840"/>
            <a:ext cx="5486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29184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8404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WMS-Format statt XYZ → Adapter nötig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'Kein Anspruch auf Verfügbarkeit' rechtlich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Coverage nur Deutschland + Anrainer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Pflicht-Attribution: '© DWD'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URL-Schema kann sich ändern (selten)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Kein SLA wie bei Paid-Services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Architektur: Daten-Fluss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User-Request → Cache → Geo-Selection → Provider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37744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7315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148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/api/weather/tile/{z}/{x}/{y}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310896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606040"/>
            <a:ext cx="731520" cy="5029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06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Cache-Lookup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880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gecached? → Hit (90% bei Normal-Use)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384048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337560"/>
            <a:ext cx="7315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37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Tile-Coords → BBox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3611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Web-Mercator → geographische Bounding-Box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457200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4069080"/>
            <a:ext cx="731520" cy="5029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69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Provider-Selection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43434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Geo-aware: National vs. Global, Limit-Check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0160" y="53035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" y="4800600"/>
            <a:ext cx="7315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00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9202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Provider-Request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5074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 WMS / Rainbow XYZ / RainViewer / OWM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5532120"/>
            <a:ext cx="731520" cy="5029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532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92024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+ Cache + Response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20240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Counter, Tile cachen, PNG zurück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1874520"/>
            <a:ext cx="3931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552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CACHE-EFFEKT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2331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 × 200 Tiles = 600k/Mo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Cache: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30k/Mo (-95%)
</a:t>
            </a:r>
            <a:pPr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Bleibt im Free-Tier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ACARS-Coupling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Wenn ACARS aktiv: User-Position für proaktive Provider-Optimierung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4389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Beispiel-Szenario: Pilot fliegt EDDF → LOWW (Frankfurt → Wien)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8869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54480" y="3520440"/>
            <a:ext cx="274320" cy="27432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Über Deutschland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50.05°N, 8.57°E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352044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🇨🇿/🇦🇹 Tschechien/AT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48.5°N, 14.2°E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Weather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84080" y="352044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🇦🇹 Approach LOWW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48.11°N, 16.57°E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Weather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0F1929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Transparente Übergänge   ·   ✓ Beste Qualität pro Region   ·   ✓ Free-Tier-Optimierung   ·   ✓ Pre-Caching basierend auf Flight-Plan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Caching-Strategie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Multi-Layer-Caching für 95% Reduction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554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Cache-Control: max-age=600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Server-Last für Tiles im 10-Min-Window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2472" y="182880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2472" y="182880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6792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31152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77272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31152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CDN-Cache pro Region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31152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 Frankfurt = 1 Provider-Request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1554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Memory (LRU)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-92%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160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Tiles × 50KB = 50MB RAM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480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Hit-Rate ~90% bei normaler Nutzung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62472" y="356616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62472" y="356616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6792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31152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DB (PostgreSQL)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77272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-95%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31152" y="4160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Persistente Tiles mit TTL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31152" y="4480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Cleanup-Cron: alte Tiles auto-löschen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0F192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KOMBINIERT: Aus 600.000 Requests/Monat werden ~30.000 → bleibt komfortabel im Free-Tier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Database-Schema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neue Tabellen für Provider-Management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406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Provider-Konfiguration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monthlyLimit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warnThreshold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apiType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62472" y="182880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62472" y="1828800"/>
            <a:ext cx="5440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45352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WeatherUsage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Counter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36792" y="2514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yearMonth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lastReset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54406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WeatherTileCache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15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Tile-Cache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cacheKey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z, x, 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(Bytes)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hitCount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62472" y="402336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2472" y="4023360"/>
            <a:ext cx="5440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45352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WeatherProviderHealthLog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45352" y="4315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Health-Check-History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6792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responseTimeMs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errorMessage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Phasen · jede einzeln nutzbar · ~20h Total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993392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74520"/>
            <a:ext cx="274320" cy="2743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Quick-Fix RainViewer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maxzoom={7} + smooth fade-out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2432304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313432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67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221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Server-Proxy-Foundation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221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DB-Schema, /api/weather/tile, Caching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80160" y="2871216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2752344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06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Limit-Tracking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660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660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Counter-System, Status-Endpoint, UI-Badge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80160" y="3310128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3191256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45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099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Failover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099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OWM als Fallback, Selector-Logic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80160" y="3749040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3630168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84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538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Geo-Awareness mit DWD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538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3-4h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WMS-Adapter, Region-Definitionen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80160" y="4187952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4069080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Rainbow Weather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6656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Premium-Fallback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280160" y="4626864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000" y="4507992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462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45920" y="4416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Caching-Optimierung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4416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4416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+ DB-Cache + Cleanup-Cron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280160" y="5065776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3000" y="4946904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901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645920" y="4855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Alerts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766560" y="4855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0" y="4855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Discord-Webhooks, Health-Checks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280160" y="5504688"/>
            <a:ext cx="0" cy="2926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3000" y="5385816"/>
            <a:ext cx="274320" cy="27432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645920" y="5294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ACARS-Coupling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766560" y="5294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1-2h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User-Position-aware Selection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143000" y="5824728"/>
            <a:ext cx="274320" cy="27432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779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645920" y="5733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Länder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766560" y="5733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1-2h × 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0" y="5733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NOAA, MSC GeoMet, KNMI...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Kosten-Analyse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Free-Tier reicht für 95% der VAM-Größen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VAM-Klein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aktive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5k Requests/Mo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locker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27432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92024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VAM-Mittel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aktive 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25k Requests/Mo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347472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5303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Cache: 5k effektiv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920240"/>
            <a:ext cx="27432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92024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VAM-Groß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aktive User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70k Requests/Mo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 nimmt 30% ab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27432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192024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VAM-Sehr-Groß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183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aktive User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Requests/Mo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30-50 €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932688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18320" y="5303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Pro nötig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&amp; Mitigations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schief gehen kann · und was wir dagegen tun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Wahrscheinlichkeit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RainViewer ändert Service erneut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DWD/Rainbow als Fallback bereits 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Weather erhöht Preise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2668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Provider, kein Lock-In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83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DWD-API-Format ändert sich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3383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isoliert, Fix wäre lokal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Server-Bandbreite-Kosten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2668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free, Tiles klein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480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Caching-Bug verursacht stale Daten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480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4480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TTLs, easy invalidation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5029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leakt im Frontend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5029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26680" y="5029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Server-Proxy verhindert das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zieht sich hin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5577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5577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2668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klar abgegrenzt, jede nutzbar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Nutzen-Übersicht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wir damit gewinnen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Single-Point-of-Failure. Fällt ein Provider aus, übernimmt der nächste automatisch. Pilots bemerken nichts.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1488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67528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Geo-Optimiert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36008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Daten pro Region. Deutsche Pilots bekommen DWD-Qualität (besser als alle globalen Provider).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66176" y="1874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1488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72016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Free-Tier-Smart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540496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Limit-Tracking. Wenn 95% erreicht: automatischer Switch. Bleibt im Budget, kein Kosten-Schock.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160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348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31520" y="5166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Provider easy hinzufügbar. Wechsel zwischen Providern ohne User-Impact. Keine Lock-Ins.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61688" y="4160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4348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7528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ACARS-Integrated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636008" y="5166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User-Position für proaktive Provider-Wahl. Pre-Caching basierend auf Flight-Plan = null Lag.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266176" y="4160520"/>
            <a:ext cx="3657600" cy="210312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43484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72016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8540496" y="5166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anderes VAM-System hat das. Kombination aus DWD + ACARS + Multi-Provider ist einzigartig.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Weather-Provider-Strategy · April 2026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PROVIDER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Empfohlenes Vorgehen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Gestaffelt · sicher · maximaler Wert pro Aufwand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Quick-Fix RainViewer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Minuten: maxzoom={7} + smooth fade-out. Grid-Pattern-Issue gelöst, kein Risiko.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636008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WOCHEN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6008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1-3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36008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Server-Proxy + Limit-Tracking + OpenWeatherMap als Fallback. ~6h Total.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540496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ACARS EXISTIERT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0496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4-9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0496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DWD-Integration + Rainbow + Geo-Awareness + ACARS-Coupling + weitere Länder.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Weather-Provider-Strategy.md im Repo dokumentiert · 1.400 Zeilen · 9 Implementation-Phasen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VAM-System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VAM-System — Weather-Provider-Strategy</dc:title>
  <dc:subject>Multi-Provider Weather Architecture with Geo-Awareness</dc:subject>
  <dc:creator>Kevin Drack</dc:creator>
  <cp:lastModifiedBy>Kevin Drack</cp:lastModifiedBy>
  <cp:revision>1</cp:revision>
  <dcterms:created xsi:type="dcterms:W3CDTF">2026-04-26T23:01:13Z</dcterms:created>
  <dcterms:modified xsi:type="dcterms:W3CDTF">2026-04-26T23:01:13Z</dcterms:modified>
</cp:coreProperties>
</file>